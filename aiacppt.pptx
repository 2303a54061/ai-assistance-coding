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6600F-34C7-4540-8A47-A913FC6D630C}" v="156" dt="2026-04-18T06:44:01.534"/>
    <p1510:client id="{E95EE29B-39CD-4266-9AAD-40E96540BF53}" v="51" dt="2026-04-18T06:49:01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i erukulla" userId="5ba89a5bd66d35ed" providerId="Windows Live" clId="Web-{E95EE29B-39CD-4266-9AAD-40E96540BF53}"/>
    <pc:docChg chg="addSld modSld">
      <pc:chgData name="tharuni erukulla" userId="5ba89a5bd66d35ed" providerId="Windows Live" clId="Web-{E95EE29B-39CD-4266-9AAD-40E96540BF53}" dt="2026-04-18T06:49:06.150" v="44"/>
      <pc:docMkLst>
        <pc:docMk/>
      </pc:docMkLst>
      <pc:sldChg chg="addSp delSp modSp">
        <pc:chgData name="tharuni erukulla" userId="5ba89a5bd66d35ed" providerId="Windows Live" clId="Web-{E95EE29B-39CD-4266-9AAD-40E96540BF53}" dt="2026-04-18T06:48:01.242" v="38" actId="14100"/>
        <pc:sldMkLst>
          <pc:docMk/>
          <pc:sldMk cId="0" sldId="263"/>
        </pc:sldMkLst>
        <pc:spChg chg="mod">
          <ac:chgData name="tharuni erukulla" userId="5ba89a5bd66d35ed" providerId="Windows Live" clId="Web-{E95EE29B-39CD-4266-9AAD-40E96540BF53}" dt="2026-04-18T06:45:09.629" v="5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tharuni erukulla" userId="5ba89a5bd66d35ed" providerId="Windows Live" clId="Web-{E95EE29B-39CD-4266-9AAD-40E96540BF53}" dt="2026-04-18T06:46:31.740" v="24" actId="20577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tharuni erukulla" userId="5ba89a5bd66d35ed" providerId="Windows Live" clId="Web-{E95EE29B-39CD-4266-9AAD-40E96540BF53}" dt="2026-04-18T06:46:53.757" v="29"/>
          <ac:spMkLst>
            <pc:docMk/>
            <pc:sldMk cId="0" sldId="263"/>
            <ac:spMk id="7" creationId="{00000000-0000-0000-0000-000000000000}"/>
          </ac:spMkLst>
        </pc:spChg>
        <pc:spChg chg="mod">
          <ac:chgData name="tharuni erukulla" userId="5ba89a5bd66d35ed" providerId="Windows Live" clId="Web-{E95EE29B-39CD-4266-9AAD-40E96540BF53}" dt="2026-04-18T06:46:50.460" v="28" actId="20577"/>
          <ac:spMkLst>
            <pc:docMk/>
            <pc:sldMk cId="0" sldId="263"/>
            <ac:spMk id="8" creationId="{00000000-0000-0000-0000-000000000000}"/>
          </ac:spMkLst>
        </pc:spChg>
        <pc:spChg chg="del">
          <ac:chgData name="tharuni erukulla" userId="5ba89a5bd66d35ed" providerId="Windows Live" clId="Web-{E95EE29B-39CD-4266-9AAD-40E96540BF53}" dt="2026-04-18T06:44:41.316" v="2"/>
          <ac:spMkLst>
            <pc:docMk/>
            <pc:sldMk cId="0" sldId="263"/>
            <ac:spMk id="10" creationId="{00000000-0000-0000-0000-000000000000}"/>
          </ac:spMkLst>
        </pc:spChg>
        <pc:spChg chg="del">
          <ac:chgData name="tharuni erukulla" userId="5ba89a5bd66d35ed" providerId="Windows Live" clId="Web-{E95EE29B-39CD-4266-9AAD-40E96540BF53}" dt="2026-04-18T06:44:33.487" v="1"/>
          <ac:spMkLst>
            <pc:docMk/>
            <pc:sldMk cId="0" sldId="263"/>
            <ac:spMk id="11" creationId="{00000000-0000-0000-0000-000000000000}"/>
          </ac:spMkLst>
        </pc:spChg>
        <pc:spChg chg="del">
          <ac:chgData name="tharuni erukulla" userId="5ba89a5bd66d35ed" providerId="Windows Live" clId="Web-{E95EE29B-39CD-4266-9AAD-40E96540BF53}" dt="2026-04-18T06:44:51.566" v="4"/>
          <ac:spMkLst>
            <pc:docMk/>
            <pc:sldMk cId="0" sldId="263"/>
            <ac:spMk id="13" creationId="{00000000-0000-0000-0000-000000000000}"/>
          </ac:spMkLst>
        </pc:spChg>
        <pc:spChg chg="del">
          <ac:chgData name="tharuni erukulla" userId="5ba89a5bd66d35ed" providerId="Windows Live" clId="Web-{E95EE29B-39CD-4266-9AAD-40E96540BF53}" dt="2026-04-18T06:44:47.347" v="3"/>
          <ac:spMkLst>
            <pc:docMk/>
            <pc:sldMk cId="0" sldId="263"/>
            <ac:spMk id="14" creationId="{00000000-0000-0000-0000-000000000000}"/>
          </ac:spMkLst>
        </pc:spChg>
        <pc:picChg chg="add mod">
          <ac:chgData name="tharuni erukulla" userId="5ba89a5bd66d35ed" providerId="Windows Live" clId="Web-{E95EE29B-39CD-4266-9AAD-40E96540BF53}" dt="2026-04-18T06:47:51.351" v="37" actId="14100"/>
          <ac:picMkLst>
            <pc:docMk/>
            <pc:sldMk cId="0" sldId="263"/>
            <ac:picMk id="3" creationId="{5A30373C-6714-57A5-6144-74C876C836A8}"/>
          </ac:picMkLst>
        </pc:picChg>
        <pc:picChg chg="add mod">
          <ac:chgData name="tharuni erukulla" userId="5ba89a5bd66d35ed" providerId="Windows Live" clId="Web-{E95EE29B-39CD-4266-9AAD-40E96540BF53}" dt="2026-04-18T06:48:01.242" v="38" actId="14100"/>
          <ac:picMkLst>
            <pc:docMk/>
            <pc:sldMk cId="0" sldId="263"/>
            <ac:picMk id="5" creationId="{95C22EBC-D740-F6F2-4116-A5BDA3EC131E}"/>
          </ac:picMkLst>
        </pc:picChg>
        <pc:picChg chg="del">
          <ac:chgData name="tharuni erukulla" userId="5ba89a5bd66d35ed" providerId="Windows Live" clId="Web-{E95EE29B-39CD-4266-9AAD-40E96540BF53}" dt="2026-04-18T06:44:28.222" v="0"/>
          <ac:picMkLst>
            <pc:docMk/>
            <pc:sldMk cId="0" sldId="263"/>
            <ac:picMk id="9" creationId="{00000000-0000-0000-0000-000000000000}"/>
          </ac:picMkLst>
        </pc:picChg>
      </pc:sldChg>
      <pc:sldChg chg="addSp delSp modSp">
        <pc:chgData name="tharuni erukulla" userId="5ba89a5bd66d35ed" providerId="Windows Live" clId="Web-{E95EE29B-39CD-4266-9AAD-40E96540BF53}" dt="2026-04-18T06:47:40.851" v="36" actId="1076"/>
        <pc:sldMkLst>
          <pc:docMk/>
          <pc:sldMk cId="0" sldId="264"/>
        </pc:sldMkLst>
        <pc:picChg chg="add del mod">
          <ac:chgData name="tharuni erukulla" userId="5ba89a5bd66d35ed" providerId="Windows Live" clId="Web-{E95EE29B-39CD-4266-9AAD-40E96540BF53}" dt="2026-04-18T06:47:28.148" v="33"/>
          <ac:picMkLst>
            <pc:docMk/>
            <pc:sldMk cId="0" sldId="264"/>
            <ac:picMk id="3" creationId="{8CAFB3E3-9A13-CC5E-082B-B736A1193882}"/>
          </ac:picMkLst>
        </pc:picChg>
        <pc:picChg chg="add mod">
          <ac:chgData name="tharuni erukulla" userId="5ba89a5bd66d35ed" providerId="Windows Live" clId="Web-{E95EE29B-39CD-4266-9AAD-40E96540BF53}" dt="2026-04-18T06:47:40.851" v="36" actId="1076"/>
          <ac:picMkLst>
            <pc:docMk/>
            <pc:sldMk cId="0" sldId="264"/>
            <ac:picMk id="4" creationId="{F0D056D4-FD2F-63F9-DEB8-F835D58D5198}"/>
          </ac:picMkLst>
        </pc:picChg>
        <pc:picChg chg="del">
          <ac:chgData name="tharuni erukulla" userId="5ba89a5bd66d35ed" providerId="Windows Live" clId="Web-{E95EE29B-39CD-4266-9AAD-40E96540BF53}" dt="2026-04-18T06:47:22.710" v="31"/>
          <ac:picMkLst>
            <pc:docMk/>
            <pc:sldMk cId="0" sldId="264"/>
            <ac:picMk id="14" creationId="{60D53F28-B892-ACA5-67A2-A6289D6A3DB7}"/>
          </ac:picMkLst>
        </pc:picChg>
      </pc:sldChg>
      <pc:sldChg chg="modSp">
        <pc:chgData name="tharuni erukulla" userId="5ba89a5bd66d35ed" providerId="Windows Live" clId="Web-{E95EE29B-39CD-4266-9AAD-40E96540BF53}" dt="2026-04-18T06:48:23.274" v="41" actId="20577"/>
        <pc:sldMkLst>
          <pc:docMk/>
          <pc:sldMk cId="0" sldId="265"/>
        </pc:sldMkLst>
        <pc:spChg chg="mod">
          <ac:chgData name="tharuni erukulla" userId="5ba89a5bd66d35ed" providerId="Windows Live" clId="Web-{E95EE29B-39CD-4266-9AAD-40E96540BF53}" dt="2026-04-18T06:48:23.274" v="41" actId="20577"/>
          <ac:spMkLst>
            <pc:docMk/>
            <pc:sldMk cId="0" sldId="265"/>
            <ac:spMk id="7" creationId="{00000000-0000-0000-0000-000000000000}"/>
          </ac:spMkLst>
        </pc:spChg>
      </pc:sldChg>
      <pc:sldChg chg="addSp modSp new mod setBg">
        <pc:chgData name="tharuni erukulla" userId="5ba89a5bd66d35ed" providerId="Windows Live" clId="Web-{E95EE29B-39CD-4266-9AAD-40E96540BF53}" dt="2026-04-18T06:49:06.150" v="44"/>
        <pc:sldMkLst>
          <pc:docMk/>
          <pc:sldMk cId="3458940446" sldId="266"/>
        </pc:sldMkLst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7" creationId="{F3060C83-F051-4F0E-ABAD-AA0DFC48B218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9" creationId="{83C98ABE-055B-441F-B07E-44F97F083C39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11" creationId="{29FDB030-9B49-4CED-8CCD-4D99382388AC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13" creationId="{3783CA14-24A1-485C-8B30-D6A5D87987AD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15" creationId="{9A97C86A-04D6-40F7-AE84-31AB43E6A846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17" creationId="{FF9F2414-84E8-453E-B1F3-389FDE8192D9}"/>
          </ac:spMkLst>
        </pc:spChg>
        <pc:spChg chg="add">
          <ac:chgData name="tharuni erukulla" userId="5ba89a5bd66d35ed" providerId="Windows Live" clId="Web-{E95EE29B-39CD-4266-9AAD-40E96540BF53}" dt="2026-04-18T06:49:06.150" v="44"/>
          <ac:spMkLst>
            <pc:docMk/>
            <pc:sldMk cId="3458940446" sldId="266"/>
            <ac:spMk id="19" creationId="{3ECA69A1-7536-43AC-85EF-C7106179F5ED}"/>
          </ac:spMkLst>
        </pc:spChg>
        <pc:picChg chg="add mod">
          <ac:chgData name="tharuni erukulla" userId="5ba89a5bd66d35ed" providerId="Windows Live" clId="Web-{E95EE29B-39CD-4266-9AAD-40E96540BF53}" dt="2026-04-18T06:49:06.150" v="44"/>
          <ac:picMkLst>
            <pc:docMk/>
            <pc:sldMk cId="3458940446" sldId="266"/>
            <ac:picMk id="2" creationId="{D9ECC340-3989-8C84-97D6-752D720A0C2B}"/>
          </ac:picMkLst>
        </pc:picChg>
      </pc:sldChg>
    </pc:docChg>
  </pc:docChgLst>
  <pc:docChgLst>
    <pc:chgData clId="Web-{E95EE29B-39CD-4266-9AAD-40E96540BF53}"/>
    <pc:docChg chg="modSld">
      <pc:chgData name="" userId="" providerId="" clId="Web-{E95EE29B-39CD-4266-9AAD-40E96540BF53}" dt="2026-04-18T06:44:18.674" v="0" actId="20577"/>
      <pc:docMkLst>
        <pc:docMk/>
      </pc:docMkLst>
      <pc:sldChg chg="modSp">
        <pc:chgData name="" userId="" providerId="" clId="Web-{E95EE29B-39CD-4266-9AAD-40E96540BF53}" dt="2026-04-18T06:44:18.674" v="0" actId="20577"/>
        <pc:sldMkLst>
          <pc:docMk/>
          <pc:sldMk cId="0" sldId="256"/>
        </pc:sldMkLst>
        <pc:spChg chg="mod">
          <ac:chgData name="" userId="" providerId="" clId="Web-{E95EE29B-39CD-4266-9AAD-40E96540BF53}" dt="2026-04-18T06:44:18.674" v="0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tharuni erukulla" userId="5ba89a5bd66d35ed" providerId="Windows Live" clId="Web-{0C96600F-34C7-4540-8A47-A913FC6D630C}"/>
    <pc:docChg chg="delSld modSld">
      <pc:chgData name="tharuni erukulla" userId="5ba89a5bd66d35ed" providerId="Windows Live" clId="Web-{0C96600F-34C7-4540-8A47-A913FC6D630C}" dt="2026-04-18T06:44:01.534" v="153"/>
      <pc:docMkLst>
        <pc:docMk/>
      </pc:docMkLst>
      <pc:sldChg chg="modSp">
        <pc:chgData name="tharuni erukulla" userId="5ba89a5bd66d35ed" providerId="Windows Live" clId="Web-{0C96600F-34C7-4540-8A47-A913FC6D630C}" dt="2026-04-18T06:37:13.863" v="120" actId="20577"/>
        <pc:sldMkLst>
          <pc:docMk/>
          <pc:sldMk cId="0" sldId="256"/>
        </pc:sldMkLst>
        <pc:spChg chg="mod">
          <ac:chgData name="tharuni erukulla" userId="5ba89a5bd66d35ed" providerId="Windows Live" clId="Web-{0C96600F-34C7-4540-8A47-A913FC6D630C}" dt="2026-04-18T06:37:13.863" v="120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">
        <pc:chgData name="tharuni erukulla" userId="5ba89a5bd66d35ed" providerId="Windows Live" clId="Web-{0C96600F-34C7-4540-8A47-A913FC6D630C}" dt="2026-04-18T06:32:35.061" v="5"/>
        <pc:sldMkLst>
          <pc:docMk/>
          <pc:sldMk cId="0" sldId="257"/>
        </pc:sldMkLst>
        <pc:spChg chg="add mod">
          <ac:chgData name="tharuni erukulla" userId="5ba89a5bd66d35ed" providerId="Windows Live" clId="Web-{0C96600F-34C7-4540-8A47-A913FC6D630C}" dt="2026-04-18T06:32:35.061" v="5"/>
          <ac:spMkLst>
            <pc:docMk/>
            <pc:sldMk cId="0" sldId="257"/>
            <ac:spMk id="6" creationId="{ADF3B194-1E82-BC62-4530-ED278BD08808}"/>
          </ac:spMkLst>
        </pc:spChg>
      </pc:sldChg>
      <pc:sldChg chg="addSp delSp modSp">
        <pc:chgData name="tharuni erukulla" userId="5ba89a5bd66d35ed" providerId="Windows Live" clId="Web-{0C96600F-34C7-4540-8A47-A913FC6D630C}" dt="2026-04-18T06:33:14.687" v="10"/>
        <pc:sldMkLst>
          <pc:docMk/>
          <pc:sldMk cId="0" sldId="258"/>
        </pc:sldMkLst>
        <pc:spChg chg="add del">
          <ac:chgData name="tharuni erukulla" userId="5ba89a5bd66d35ed" providerId="Windows Live" clId="Web-{0C96600F-34C7-4540-8A47-A913FC6D630C}" dt="2026-04-18T06:32:55.530" v="7"/>
          <ac:spMkLst>
            <pc:docMk/>
            <pc:sldMk cId="0" sldId="258"/>
            <ac:spMk id="23" creationId="{F60A2D2D-DD99-F84B-EFDA-A45A67CF23E2}"/>
          </ac:spMkLst>
        </pc:spChg>
        <pc:spChg chg="add mod">
          <ac:chgData name="tharuni erukulla" userId="5ba89a5bd66d35ed" providerId="Windows Live" clId="Web-{0C96600F-34C7-4540-8A47-A913FC6D630C}" dt="2026-04-18T06:33:14.687" v="10"/>
          <ac:spMkLst>
            <pc:docMk/>
            <pc:sldMk cId="0" sldId="258"/>
            <ac:spMk id="24" creationId="{38CFB413-B0EF-5CF5-C922-914F5A2D9B6A}"/>
          </ac:spMkLst>
        </pc:spChg>
      </pc:sldChg>
      <pc:sldChg chg="addSp modSp">
        <pc:chgData name="tharuni erukulla" userId="5ba89a5bd66d35ed" providerId="Windows Live" clId="Web-{0C96600F-34C7-4540-8A47-A913FC6D630C}" dt="2026-04-18T06:33:38.093" v="13"/>
        <pc:sldMkLst>
          <pc:docMk/>
          <pc:sldMk cId="0" sldId="260"/>
        </pc:sldMkLst>
        <pc:spChg chg="add mod">
          <ac:chgData name="tharuni erukulla" userId="5ba89a5bd66d35ed" providerId="Windows Live" clId="Web-{0C96600F-34C7-4540-8A47-A913FC6D630C}" dt="2026-04-18T06:33:38.093" v="13"/>
          <ac:spMkLst>
            <pc:docMk/>
            <pc:sldMk cId="0" sldId="260"/>
            <ac:spMk id="11" creationId="{B41B65DC-04A5-747C-71A2-29874311A883}"/>
          </ac:spMkLst>
        </pc:spChg>
      </pc:sldChg>
      <pc:sldChg chg="addSp modSp">
        <pc:chgData name="tharuni erukulla" userId="5ba89a5bd66d35ed" providerId="Windows Live" clId="Web-{0C96600F-34C7-4540-8A47-A913FC6D630C}" dt="2026-04-18T06:34:08.534" v="16"/>
        <pc:sldMkLst>
          <pc:docMk/>
          <pc:sldMk cId="0" sldId="261"/>
        </pc:sldMkLst>
        <pc:spChg chg="add mod">
          <ac:chgData name="tharuni erukulla" userId="5ba89a5bd66d35ed" providerId="Windows Live" clId="Web-{0C96600F-34C7-4540-8A47-A913FC6D630C}" dt="2026-04-18T06:34:08.534" v="16"/>
          <ac:spMkLst>
            <pc:docMk/>
            <pc:sldMk cId="0" sldId="261"/>
            <ac:spMk id="19" creationId="{83914C20-B33B-C18E-28DA-F85FF15344EE}"/>
          </ac:spMkLst>
        </pc:spChg>
      </pc:sldChg>
      <pc:sldChg chg="addSp delSp modSp del">
        <pc:chgData name="tharuni erukulla" userId="5ba89a5bd66d35ed" providerId="Windows Live" clId="Web-{0C96600F-34C7-4540-8A47-A913FC6D630C}" dt="2026-04-18T06:43:02.376" v="147"/>
        <pc:sldMkLst>
          <pc:docMk/>
          <pc:sldMk cId="0" sldId="262"/>
        </pc:sldMkLst>
        <pc:spChg chg="add mod">
          <ac:chgData name="tharuni erukulla" userId="5ba89a5bd66d35ed" providerId="Windows Live" clId="Web-{0C96600F-34C7-4540-8A47-A913FC6D630C}" dt="2026-04-18T06:39:10.353" v="134"/>
          <ac:spMkLst>
            <pc:docMk/>
            <pc:sldMk cId="0" sldId="262"/>
            <ac:spMk id="8" creationId="{E02B7FBE-4BAB-4B88-FD60-71B3F96F0045}"/>
          </ac:spMkLst>
        </pc:spChg>
        <pc:picChg chg="del">
          <ac:chgData name="tharuni erukulla" userId="5ba89a5bd66d35ed" providerId="Windows Live" clId="Web-{0C96600F-34C7-4540-8A47-A913FC6D630C}" dt="2026-04-18T06:37:25.754" v="121"/>
          <ac:picMkLst>
            <pc:docMk/>
            <pc:sldMk cId="0" sldId="262"/>
            <ac:picMk id="3" creationId="{00000000-0000-0000-0000-000000000000}"/>
          </ac:picMkLst>
        </pc:picChg>
      </pc:sldChg>
      <pc:sldChg chg="addSp delSp modSp">
        <pc:chgData name="tharuni erukulla" userId="5ba89a5bd66d35ed" providerId="Windows Live" clId="Web-{0C96600F-34C7-4540-8A47-A913FC6D630C}" dt="2026-04-18T06:44:01.534" v="153"/>
        <pc:sldMkLst>
          <pc:docMk/>
          <pc:sldMk cId="0" sldId="263"/>
        </pc:sldMkLst>
        <pc:spChg chg="del">
          <ac:chgData name="tharuni erukulla" userId="5ba89a5bd66d35ed" providerId="Windows Live" clId="Web-{0C96600F-34C7-4540-8A47-A913FC6D630C}" dt="2026-04-18T06:43:33.455" v="149"/>
          <ac:spMkLst>
            <pc:docMk/>
            <pc:sldMk cId="0" sldId="263"/>
            <ac:spMk id="5" creationId="{00000000-0000-0000-0000-000000000000}"/>
          </ac:spMkLst>
        </pc:spChg>
        <pc:picChg chg="del mod">
          <ac:chgData name="tharuni erukulla" userId="5ba89a5bd66d35ed" providerId="Windows Live" clId="Web-{0C96600F-34C7-4540-8A47-A913FC6D630C}" dt="2026-04-18T06:43:28.267" v="148"/>
          <ac:picMkLst>
            <pc:docMk/>
            <pc:sldMk cId="0" sldId="263"/>
            <ac:picMk id="3" creationId="{00000000-0000-0000-0000-000000000000}"/>
          </ac:picMkLst>
        </pc:picChg>
        <pc:picChg chg="add del">
          <ac:chgData name="tharuni erukulla" userId="5ba89a5bd66d35ed" providerId="Windows Live" clId="Web-{0C96600F-34C7-4540-8A47-A913FC6D630C}" dt="2026-04-18T06:44:01.534" v="153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43:58.721" v="152"/>
          <ac:picMkLst>
            <pc:docMk/>
            <pc:sldMk cId="0" sldId="263"/>
            <ac:picMk id="12" creationId="{00000000-0000-0000-0000-000000000000}"/>
          </ac:picMkLst>
        </pc:picChg>
      </pc:sldChg>
      <pc:sldChg chg="addSp delSp modSp">
        <pc:chgData name="tharuni erukulla" userId="5ba89a5bd66d35ed" providerId="Windows Live" clId="Web-{0C96600F-34C7-4540-8A47-A913FC6D630C}" dt="2026-04-18T06:42:35.845" v="146" actId="14100"/>
        <pc:sldMkLst>
          <pc:docMk/>
          <pc:sldMk cId="0" sldId="264"/>
        </pc:sldMkLst>
        <pc:spChg chg="mod">
          <ac:chgData name="tharuni erukulla" userId="5ba89a5bd66d35ed" providerId="Windows Live" clId="Web-{0C96600F-34C7-4540-8A47-A913FC6D630C}" dt="2026-04-18T06:42:21.594" v="142" actId="20577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tharuni erukulla" userId="5ba89a5bd66d35ed" providerId="Windows Live" clId="Web-{0C96600F-34C7-4540-8A47-A913FC6D630C}" dt="2026-04-18T06:38:28.679" v="131"/>
          <ac:spMkLst>
            <pc:docMk/>
            <pc:sldMk cId="0" sldId="264"/>
            <ac:spMk id="12" creationId="{706A90CE-2FCB-D1AA-E1BB-B6C54832473F}"/>
          </ac:spMkLst>
        </pc:spChg>
        <pc:picChg chg="del">
          <ac:chgData name="tharuni erukulla" userId="5ba89a5bd66d35ed" providerId="Windows Live" clId="Web-{0C96600F-34C7-4540-8A47-A913FC6D630C}" dt="2026-04-18T06:37:44.130" v="123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37:46.255" v="124"/>
          <ac:picMkLst>
            <pc:docMk/>
            <pc:sldMk cId="0" sldId="264"/>
            <ac:picMk id="4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37:48.396" v="125"/>
          <ac:picMkLst>
            <pc:docMk/>
            <pc:sldMk cId="0" sldId="264"/>
            <ac:picMk id="5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37:50.630" v="126"/>
          <ac:picMkLst>
            <pc:docMk/>
            <pc:sldMk cId="0" sldId="264"/>
            <ac:picMk id="6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37:52.881" v="127"/>
          <ac:picMkLst>
            <pc:docMk/>
            <pc:sldMk cId="0" sldId="264"/>
            <ac:picMk id="7" creationId="{00000000-0000-0000-0000-000000000000}"/>
          </ac:picMkLst>
        </pc:picChg>
        <pc:picChg chg="del">
          <ac:chgData name="tharuni erukulla" userId="5ba89a5bd66d35ed" providerId="Windows Live" clId="Web-{0C96600F-34C7-4540-8A47-A913FC6D630C}" dt="2026-04-18T06:37:55.443" v="128"/>
          <ac:picMkLst>
            <pc:docMk/>
            <pc:sldMk cId="0" sldId="264"/>
            <ac:picMk id="8" creationId="{00000000-0000-0000-0000-000000000000}"/>
          </ac:picMkLst>
        </pc:picChg>
        <pc:picChg chg="add mod">
          <ac:chgData name="tharuni erukulla" userId="5ba89a5bd66d35ed" providerId="Windows Live" clId="Web-{0C96600F-34C7-4540-8A47-A913FC6D630C}" dt="2026-04-18T06:42:35.845" v="146" actId="14100"/>
          <ac:picMkLst>
            <pc:docMk/>
            <pc:sldMk cId="0" sldId="264"/>
            <ac:picMk id="13" creationId="{83EAE760-B4F0-2753-F643-AC148260DFAD}"/>
          </ac:picMkLst>
        </pc:picChg>
        <pc:picChg chg="add mod">
          <ac:chgData name="tharuni erukulla" userId="5ba89a5bd66d35ed" providerId="Windows Live" clId="Web-{0C96600F-34C7-4540-8A47-A913FC6D630C}" dt="2026-04-18T06:42:31.547" v="145" actId="14100"/>
          <ac:picMkLst>
            <pc:docMk/>
            <pc:sldMk cId="0" sldId="264"/>
            <ac:picMk id="14" creationId="{60D53F28-B892-ACA5-67A2-A6289D6A3D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CA496-C841-4164-9977-31A008EF1BAF}" type="datetimeFigureOut"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00DF6-0581-4939-9360-16B42FD321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9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WasteSeg: AI-Powered Waste Segregation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Application for Smart Waste Classification and Tracking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Team Members: 2303A54002</a:t>
            </a:r>
            <a:r>
              <a:rPr lang="en-US" sz="1750">
                <a:solidFill>
                  <a:srgbClr val="000000"/>
                </a:solidFill>
                <a:latin typeface="Inter"/>
                <a:ea typeface="Inter"/>
                <a:cs typeface="Inter" pitchFamily="34" charset="-120"/>
              </a:rPr>
              <a:t> </a:t>
            </a:r>
            <a:r>
              <a:rPr lang="en-US" sz="1750" b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    Course Name: AI Assistant </a:t>
            </a:r>
          </a:p>
          <a:p>
            <a:pPr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        </a:t>
            </a:r>
            <a:r>
              <a:rPr lang="en-US" sz="1750" b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2303A54061</a:t>
            </a:r>
            <a:endParaRPr lang="en-US" sz="1750" b="1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</a:rPr>
              <a:t>        </a:t>
            </a:r>
            <a:r>
              <a:rPr lang="en-US" sz="1750" b="1">
                <a:solidFill>
                  <a:srgbClr val="272525"/>
                </a:solidFill>
                <a:latin typeface="Inter"/>
                <a:ea typeface="Inter"/>
              </a:rPr>
              <a:t>2303A54069 </a:t>
            </a:r>
          </a:p>
          <a:p>
            <a:pPr>
              <a:lnSpc>
                <a:spcPts val="2850"/>
              </a:lnSpc>
            </a:pPr>
            <a:r>
              <a:rPr lang="en-US" sz="1750" b="1">
                <a:solidFill>
                  <a:srgbClr val="272525"/>
                </a:solidFill>
                <a:latin typeface="Inter"/>
                <a:ea typeface="Inter"/>
              </a:rPr>
              <a:t>        2303A54071</a:t>
            </a:r>
            <a:endParaRPr lang="en-US" sz="1750" b="1" dirty="0">
              <a:solidFill>
                <a:srgbClr val="272525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728662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Introduction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926074"/>
            <a:ext cx="4233863" cy="2768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WasteSeg is a web application designed to simplify waste segregation through AI-powered image recognition. The platform enables users to classify waste items instantly using their smartphone camera or photo library, receiving real-time guidance on proper disposal methods.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9025" y="4886563"/>
            <a:ext cx="4233863" cy="242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categorizes waste into three main types: reusable items, general waste, and recyclable materials. Each classification comes with actionable suggestions to help users make environmentally responsible decisions about their waste.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527" y="2259687"/>
            <a:ext cx="8322350" cy="47159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F3B194-1E82-BC62-4530-ED278BD08808}"/>
              </a:ext>
            </a:extLst>
          </p:cNvPr>
          <p:cNvSpPr/>
          <p:nvPr/>
        </p:nvSpPr>
        <p:spPr>
          <a:xfrm>
            <a:off x="12714029" y="7729156"/>
            <a:ext cx="1875840" cy="451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3229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Accurate Classification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AI model that correctly identifies waste types with high precision using computer vision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3221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 intuitive web platform accessible via mobile devices for seamless waste management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Tracking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users to monitor their waste disposal habits over time through activity history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Educational Tool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actionable suggestions to educate users about proper waste segregation practices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CFB413-B0EF-5CF5-C922-914F5A2D9B6A}"/>
              </a:ext>
            </a:extLst>
          </p:cNvPr>
          <p:cNvSpPr/>
          <p:nvPr/>
        </p:nvSpPr>
        <p:spPr>
          <a:xfrm>
            <a:off x="12766136" y="7729157"/>
            <a:ext cx="1806364" cy="434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699254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Stakeholders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6993" y="1600319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6993" y="1920716"/>
            <a:ext cx="77300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706993" y="2067401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 Users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06993" y="2490907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Individuals and households seeking to improve their waste segregation habits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6993" y="3127772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6993" y="3448169"/>
            <a:ext cx="77300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706993" y="3594854"/>
            <a:ext cx="356866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Organizations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06993" y="4018359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NGOs and green initiatives promoting sustainable waste management practices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06993" y="4655225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6993" y="4975622"/>
            <a:ext cx="77300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706993" y="512230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Municipalities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06993" y="5545812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waste management departments looking to reduce landfill burden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6993" y="6182677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06993" y="6503075"/>
            <a:ext cx="77300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706993" y="664976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Team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06993" y="7073265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Developers, designers, and AI specialists building the platform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5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1318"/>
            <a:ext cx="415968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Languages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7342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(AI backend)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(Frontend)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HTML/CSS (UI design)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75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Frameworks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699641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TensorFlow/Keras (Image classification)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(Image processing)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921318"/>
            <a:ext cx="40218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Development Tools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57342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(Component library)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(Server)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(Database)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0475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&amp; Services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5699641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(SMS verification)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 (Image hosting)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B65DC-04A5-747C-71A2-29874311A883}"/>
              </a:ext>
            </a:extLst>
          </p:cNvPr>
          <p:cNvSpPr/>
          <p:nvPr/>
        </p:nvSpPr>
        <p:spPr>
          <a:xfrm>
            <a:off x="12800874" y="7711788"/>
            <a:ext cx="1754258" cy="468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8354"/>
            <a:ext cx="90176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Prompts and Code Generation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80761"/>
            <a:ext cx="6407944" cy="2487097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280761"/>
            <a:ext cx="121920" cy="248709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38055"/>
            <a:ext cx="3748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Classification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28474"/>
            <a:ext cx="5801916" cy="148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convolutional neural network to classify waste into reusable, waste, and recyclable categories using TensorFlow. Include data preprocessing and model evaluation steps.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280761"/>
            <a:ext cx="6408063" cy="2487097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280761"/>
            <a:ext cx="121920" cy="248709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5380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028474"/>
            <a:ext cx="5802035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mobile number verification system using Twilio API with OTP generation and session management in Node.js.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94672"/>
            <a:ext cx="6407944" cy="2116574"/>
          </a:xfrm>
          <a:prstGeom prst="roundRect">
            <a:avLst>
              <a:gd name="adj" fmla="val 691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994672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251966"/>
            <a:ext cx="3469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Activity Tracking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742384"/>
            <a:ext cx="5801916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database schema to store user uploads, classification results, and timestamps. Include queries to generate activity history reports.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4672"/>
            <a:ext cx="6408063" cy="2116574"/>
          </a:xfrm>
          <a:prstGeom prst="roundRect">
            <a:avLst>
              <a:gd name="adj" fmla="val 691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994672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251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Interface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742384"/>
            <a:ext cx="5802035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Develop a responsive React component with camera integration, image upload, and results display sections using Material UI components.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914C20-B33B-C18E-28DA-F85FF15344EE}"/>
              </a:ext>
            </a:extLst>
          </p:cNvPr>
          <p:cNvSpPr/>
          <p:nvPr/>
        </p:nvSpPr>
        <p:spPr>
          <a:xfrm>
            <a:off x="12748767" y="7746525"/>
            <a:ext cx="1858471" cy="416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Front-End Interface</a:t>
            </a:r>
          </a:p>
          <a:p>
            <a:pPr>
              <a:lnSpc>
                <a:spcPts val="2750"/>
              </a:lnSpc>
            </a:pPr>
            <a:endParaRPr lang="en-US" sz="2200" b="1" dirty="0"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02449" y="406622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endParaRPr lang="en-US" sz="1100" b="1" dirty="0">
              <a:solidFill>
                <a:srgbClr val="000000"/>
              </a:solidFill>
              <a:latin typeface="Inter Bold"/>
              <a:ea typeface="Inter Bold"/>
              <a:cs typeface="Inter Bold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b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Login</a:t>
            </a:r>
            <a:r>
              <a:rPr lang="en-US" b="1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 Screen</a:t>
            </a:r>
            <a:endParaRPr lang="en-US">
              <a:latin typeface="Inter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8676442" y="4524375"/>
            <a:ext cx="25590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50" dirty="0">
              <a:solidFill>
                <a:srgbClr val="272525"/>
              </a:solidFill>
              <a:latin typeface="Inter"/>
              <a:ea typeface="Inter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A30373C-6714-57A5-6144-74C876C8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8" y="998621"/>
            <a:ext cx="5704635" cy="6641432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5C22EBC-D740-F6F2-4116-A5BDA3EC1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016" y="998621"/>
            <a:ext cx="5842201" cy="6641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77334"/>
            <a:ext cx="5599986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Evidence</a:t>
            </a:r>
          </a:p>
          <a:p>
            <a:pPr>
              <a:lnSpc>
                <a:spcPts val="4400"/>
              </a:lnSpc>
            </a:pPr>
            <a:endParaRPr lang="en-US" sz="3550" b="1" dirty="0">
              <a:latin typeface="Inter Bold"/>
            </a:endParaRPr>
          </a:p>
          <a:p>
            <a:pPr>
              <a:lnSpc>
                <a:spcPts val="4400"/>
              </a:lnSpc>
            </a:pPr>
            <a:endParaRPr lang="en-US" sz="3550" b="1" dirty="0">
              <a:latin typeface="Inter Bold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79183" y="6723697"/>
            <a:ext cx="12471916" cy="928568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6981825"/>
            <a:ext cx="225862" cy="180737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666518" y="6912769"/>
            <a:ext cx="11703844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Screenshots above represent typical implementation artifacts. Replace with actual project screenshots showing your code, UI designs, and testing results.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6A90CE-2FCB-D1AA-E1BB-B6C54832473F}"/>
              </a:ext>
            </a:extLst>
          </p:cNvPr>
          <p:cNvSpPr/>
          <p:nvPr/>
        </p:nvSpPr>
        <p:spPr>
          <a:xfrm>
            <a:off x="764231" y="6548072"/>
            <a:ext cx="13790900" cy="1545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3EAE760-B4F0-2753-F643-AC148260D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775" y="1722271"/>
            <a:ext cx="5609222" cy="5928060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0D056D4-FD2F-63F9-DEB8-F835D58D5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15" y="1143000"/>
            <a:ext cx="7784432" cy="6749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CC340-3989-8C84-97D6-752D720A0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644801"/>
            <a:ext cx="13086079" cy="493999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4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651748"/>
            <a:ext cx="7155418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 and Resources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9025" y="1870353"/>
            <a:ext cx="353496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&amp; Machine Learning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69025" y="2907030"/>
            <a:ext cx="3534966" cy="222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Documentation - tensorflow.org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Image Processing Guide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for Computer Vision (Goodfellow et al.)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9025" y="5345311"/>
            <a:ext cx="3296007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Development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69025" y="5970032"/>
            <a:ext cx="3534966" cy="1533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/>
                <a:ea typeface="Inter"/>
              </a:rPr>
              <a:t>React Official Documentation</a:t>
            </a:r>
            <a:endParaRPr lang="en-US" sz="1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/>
                <a:ea typeface="Inter"/>
              </a:rPr>
              <a:t>Node.js API Reference</a:t>
            </a:r>
            <a:endParaRPr lang="en-US" sz="1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endParaRPr lang="en-US" sz="1700" dirty="0">
              <a:solidFill>
                <a:srgbClr val="272525"/>
              </a:solidFill>
              <a:latin typeface="Inter"/>
              <a:ea typeface="Inter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7630" y="1870353"/>
            <a:ext cx="3296007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&amp; Services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4847630" y="2495074"/>
            <a:ext cx="3534966" cy="1533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SMS API Documentation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 Solutions Guide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 Best Practices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47630" y="4241125"/>
            <a:ext cx="353496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Environmental Standards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847630" y="5277803"/>
            <a:ext cx="3534966" cy="187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 Waste Management Guidelines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Recycling Industry Standards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Waste Practices Research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89</cp:revision>
  <dcterms:created xsi:type="dcterms:W3CDTF">2026-04-16T17:45:33Z</dcterms:created>
  <dcterms:modified xsi:type="dcterms:W3CDTF">2026-04-18T06:49:11Z</dcterms:modified>
</cp:coreProperties>
</file>